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28600"/>
            <a:ext cx="11384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28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HeartWise: Understanding Heart Rate After an ED Visit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29768" y="658368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0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User: recently discharged patient • Need: interpret BPM without panic • Solution: visual + plain-language guidance</a:t>
            </a:r>
            <a:endParaRPr lang="en-US" sz="1050" dirty="0"/>
          </a:p>
        </p:txBody>
      </p:sp>
      <p:pic>
        <p:nvPicPr>
          <p:cNvPr id="4" name="Image 0" descr="/mnt/data/a_storyboard_style_illustration_comic_panel_show_batch_1.png">    </p:cNvPr>
          <p:cNvPicPr>
            <a:picLocks noChangeAspect="1"/>
          </p:cNvPicPr>
          <p:nvPr/>
        </p:nvPicPr>
        <p:blipFill>
          <a:blip r:embed="rId1"/>
          <a:srcRect l="0" r="0" t="17123" b="17123"/>
          <a:stretch/>
        </p:blipFill>
        <p:spPr>
          <a:xfrm>
            <a:off x="411480" y="1143000"/>
            <a:ext cx="333756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862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ED discharge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1148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leaves the ED with instructions to monitor symptoms, but still feels unsure about what heart rate numbers mean.</a:t>
            </a:r>
            <a:endParaRPr lang="en-US" sz="890" dirty="0"/>
          </a:p>
        </p:txBody>
      </p:sp>
      <p:pic>
        <p:nvPicPr>
          <p:cNvPr id="7" name="Image 1" descr="/mnt/data/a_clean_softly_colored_illustration_comic_style_s_batch_2.png">    </p:cNvPr>
          <p:cNvPicPr>
            <a:picLocks noChangeAspect="1"/>
          </p:cNvPicPr>
          <p:nvPr/>
        </p:nvPicPr>
        <p:blipFill>
          <a:blip r:embed="rId2"/>
          <a:srcRect l="0" r="0" t="17123" b="17123"/>
          <a:stretch/>
        </p:blipFill>
        <p:spPr>
          <a:xfrm>
            <a:off x="4160520" y="1143000"/>
            <a:ext cx="3337560" cy="1645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160520" y="2862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High BPM at home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16052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home, a wearable shows 118 bpm. The raw number feels scary because there is no context.</a:t>
            </a:r>
            <a:endParaRPr lang="en-US" sz="890" dirty="0"/>
          </a:p>
        </p:txBody>
      </p:sp>
      <p:pic>
        <p:nvPicPr>
          <p:cNvPr id="10" name="Image 2" descr="/mnt/data/a_clean_storyboard_comic_style_illustration_of_a_w_batch_3.png">    </p:cNvPr>
          <p:cNvPicPr>
            <a:picLocks noChangeAspect="1"/>
          </p:cNvPicPr>
          <p:nvPr/>
        </p:nvPicPr>
        <p:blipFill>
          <a:blip r:embed="rId3"/>
          <a:srcRect l="0" r="0" t="17123" b="17123"/>
          <a:stretch/>
        </p:blipFill>
        <p:spPr>
          <a:xfrm>
            <a:off x="7909560" y="1143000"/>
            <a:ext cx="3337560" cy="16459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09560" y="28620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Online confusion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909560" y="30998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Searching online gives conflicting explanations and increases anxiety instead of helping.</a:t>
            </a:r>
            <a:endParaRPr lang="en-US" sz="890" dirty="0"/>
          </a:p>
        </p:txBody>
      </p:sp>
      <p:pic>
        <p:nvPicPr>
          <p:cNvPr id="13" name="Image 3" descr="/mnt/data/a_clean_storyboard_illustration_style_scene_in_a_r_batch_4.png">    </p:cNvPr>
          <p:cNvPicPr>
            <a:picLocks noChangeAspect="1"/>
          </p:cNvPicPr>
          <p:nvPr/>
        </p:nvPicPr>
        <p:blipFill>
          <a:blip r:embed="rId4"/>
          <a:srcRect l="0" r="0" t="17123" b="17123"/>
          <a:stretch/>
        </p:blipFill>
        <p:spPr>
          <a:xfrm>
            <a:off x="411480" y="3886200"/>
            <a:ext cx="3337560" cy="16459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11480" y="56052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Opens HeartWise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411480" y="58430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enters the BPM into HeartWise and sees an EKG-style visual response.</a:t>
            </a:r>
            <a:endParaRPr lang="en-US" sz="890" dirty="0"/>
          </a:p>
        </p:txBody>
      </p:sp>
      <p:pic>
        <p:nvPicPr>
          <p:cNvPr id="16" name="Image 4" descr="/mnt/data/wide_clean_storyboard_comic_style_illustration_of_batch_5.png">    </p:cNvPr>
          <p:cNvPicPr>
            <a:picLocks noChangeAspect="1"/>
          </p:cNvPicPr>
          <p:nvPr/>
        </p:nvPicPr>
        <p:blipFill>
          <a:blip r:embed="rId5"/>
          <a:srcRect l="0" r="0" t="17123" b="17123"/>
          <a:stretch/>
        </p:blipFill>
        <p:spPr>
          <a:xfrm>
            <a:off x="4160520" y="3886200"/>
            <a:ext cx="3337560" cy="16459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160520" y="56052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Understands result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4160520" y="58430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HeartWise labels the reading as elevated and explains it in calm, plain language.</a:t>
            </a:r>
            <a:endParaRPr lang="en-US" sz="890" dirty="0"/>
          </a:p>
        </p:txBody>
      </p:sp>
      <p:pic>
        <p:nvPicPr>
          <p:cNvPr id="19" name="Image 5" descr="/mnt/data/a_clean_flat_vector_illustration_storyboard_comic_batch_6.png">    </p:cNvPr>
          <p:cNvPicPr>
            <a:picLocks noChangeAspect="1"/>
          </p:cNvPicPr>
          <p:nvPr/>
        </p:nvPicPr>
        <p:blipFill>
          <a:blip r:embed="rId6"/>
          <a:srcRect l="0" r="0" t="17123" b="17123"/>
          <a:stretch/>
        </p:blipFill>
        <p:spPr>
          <a:xfrm>
            <a:off x="7909560" y="3886200"/>
            <a:ext cx="3337560" cy="164592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09560" y="56052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28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Safer next step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7909560" y="58430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3D4B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patient rests, rechecks later, and knows when to contact a clinician or seek urgent care.</a:t>
            </a:r>
            <a:endParaRPr lang="en-US" sz="890" dirty="0"/>
          </a:p>
        </p:txBody>
      </p:sp>
      <p:sp>
        <p:nvSpPr>
          <p:cNvPr id="22" name="Text 14"/>
          <p:cNvSpPr/>
          <p:nvPr/>
        </p:nvSpPr>
        <p:spPr>
          <a:xfrm>
            <a:off x="429768" y="6519672"/>
            <a:ext cx="11247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A4A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guardrail: educational only, not diagnostic. Symptoms and clinical context always matter.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UC San Diego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HeartWise User Storyboard</dc:title>
  <dc:subject>HeartWise storyboard for CSE217</dc:subject>
  <dc:creator>Abhiraj Yogesh Srivastava</dc:creator>
  <cp:lastModifiedBy>Abhiraj Yogesh Srivastava</cp:lastModifiedBy>
  <cp:revision>1</cp:revision>
  <dcterms:created xsi:type="dcterms:W3CDTF">2026-05-12T21:41:47Z</dcterms:created>
  <dcterms:modified xsi:type="dcterms:W3CDTF">2026-05-12T21:41:47Z</dcterms:modified>
</cp:coreProperties>
</file>